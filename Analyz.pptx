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719A51C-327D-4A15-97C8-6CED8835303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A3ECF26-50B5-4C94-BA97-C3A9F0C2804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44305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A51C-327D-4A15-97C8-6CED8835303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CF26-50B5-4C94-BA97-C3A9F0C280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63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A51C-327D-4A15-97C8-6CED8835303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CF26-50B5-4C94-BA97-C3A9F0C2804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64346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A51C-327D-4A15-97C8-6CED8835303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CF26-50B5-4C94-BA97-C3A9F0C280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760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A51C-327D-4A15-97C8-6CED8835303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CF26-50B5-4C94-BA97-C3A9F0C280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217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A51C-327D-4A15-97C8-6CED8835303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CF26-50B5-4C94-BA97-C3A9F0C280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938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A51C-327D-4A15-97C8-6CED8835303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CF26-50B5-4C94-BA97-C3A9F0C280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54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A51C-327D-4A15-97C8-6CED8835303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CF26-50B5-4C94-BA97-C3A9F0C280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20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A51C-327D-4A15-97C8-6CED8835303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CF26-50B5-4C94-BA97-C3A9F0C280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34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A51C-327D-4A15-97C8-6CED8835303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CF26-50B5-4C94-BA97-C3A9F0C280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97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A51C-327D-4A15-97C8-6CED8835303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CF26-50B5-4C94-BA97-C3A9F0C280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64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719A51C-327D-4A15-97C8-6CED8835303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1A3ECF26-50B5-4C94-BA97-C3A9F0C280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940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8760" y="2788920"/>
            <a:ext cx="9418320" cy="5550408"/>
          </a:xfrm>
        </p:spPr>
        <p:txBody>
          <a:bodyPr/>
          <a:lstStyle/>
          <a:p>
            <a:pPr algn="ctr"/>
            <a:r>
              <a:rPr lang="ru-RU" dirty="0" smtClean="0"/>
              <a:t>Анализ и исследование влияния параметров 1 периода спиральной замедляющей системы на полосу частот.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353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6072" y="-978408"/>
            <a:ext cx="5312664" cy="5879592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Спиральная замедляющая система (СЗС)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электродинамическая структура, используемая в мощных электровакуумных приборах СВЧ (главным образом, в лампах бегущей волны — ЛБВ) для искусственного замедления электромагнитной волны до скорости движения электронного потока.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9315" y="985969"/>
            <a:ext cx="2607187" cy="295660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84" y="4443984"/>
            <a:ext cx="6047497" cy="212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82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-модели (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Регрессия. Прогнозирование ширины/границ полосы частот.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(базовые параметры: 100 деревьев, глубина 4, темп обучения 0.1).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на тесте: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R^2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0.522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(Модель успешно объясняет 52.2% изменений полосы частот, основываясь только на геометрии спирали).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= 6.76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(Средняя ошибка предсказания полосы частот составляет 6.76 единиц —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укажите здесь ГГц, МГц или кГц в зависимости от ваших данных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3063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6072" y="-804672"/>
            <a:ext cx="9692640" cy="1325562"/>
          </a:xfrm>
        </p:spPr>
        <p:txBody>
          <a:bodyPr>
            <a:norm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Физический анализ важности признаков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1168" y="740664"/>
            <a:ext cx="5623560" cy="5806440"/>
          </a:xfrm>
        </p:spPr>
        <p:txBody>
          <a:bodyPr>
            <a:normAutofit/>
          </a:bodyPr>
          <a:lstStyle/>
          <a:p>
            <a:pPr lvl="0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Доминирующий фактор (73.1%):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shag_spiral_mm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Шаг спирали определяет период структуры. В электродинамике изменение периода напрямую меняет фазовую скорость волны и резонансные свойства. Модель четко уловила эту физическую закономерность: шаг — главный «рычаг» для управления полосой частот.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Второстепенный фактор (15.3%):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vnutr_diameter_d_mm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Внутренний диаметр влияет на волновое сопротивление и дисперсионные характеристики, но в более узком диапазоне, выступая в роли калибровочного параметра.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Минимальное влияние (2.8%):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r_provodnika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Радиус самого проводника слабо влияет на границы полосы частот (он скорее отвечает за затухание и потери энергии, а не за частотную геометрию). Его можно зафиксировать в технологическом процессе для снижения издержек.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728" y="740664"/>
            <a:ext cx="5468463" cy="474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59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958" y="365760"/>
            <a:ext cx="7410458" cy="5928367"/>
          </a:xfrm>
        </p:spPr>
      </p:pic>
    </p:spTree>
    <p:extLst>
      <p:ext uri="{BB962C8B-B14F-4D97-AF65-F5344CB8AC3E}">
        <p14:creationId xmlns:p14="http://schemas.microsoft.com/office/powerpoint/2010/main" val="2253899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Аналитическое заключение и выводы (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Executive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Инженерная ценность: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Разработан прототип модели, способный за миллисекунды (время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инференса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оценивать полосу частот спиральной структуры без проведения тяжелого и долгого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полноволнового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моделирования (например, в HFSS или CST).</a:t>
            </a:r>
          </a:p>
          <a:p>
            <a:pPr lvl="0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Инсайт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проектирования: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расширения или сдвига полосы частот инженерам в первую очередь необходимо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контролировать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изменять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спирали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так как его вклад в дисперсию целевой метрики превышает 73%.</a:t>
            </a:r>
          </a:p>
          <a:p>
            <a:pPr lvl="0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Вектор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развития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Текущего R^2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достаточно для концептуального проектирования, но мало для производства. Для повышения точности планируется перейти от анализа чистых геометрических размеров к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безразмерным физическим соотношениям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(например, отношение шага к диаметру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так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электродинамические процессы часто зависят от пропорций системы.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223626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13</TotalTime>
  <Words>382</Words>
  <Application>Microsoft Office PowerPoint</Application>
  <PresentationFormat>Широкоэкранный</PresentationFormat>
  <Paragraphs>19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Century Schoolbook</vt:lpstr>
      <vt:lpstr>Times New Roman</vt:lpstr>
      <vt:lpstr>Wingdings 2</vt:lpstr>
      <vt:lpstr>View</vt:lpstr>
      <vt:lpstr>Презентация PowerPoint</vt:lpstr>
      <vt:lpstr>Спиральная замедляющая система (СЗС) — это электродинамическая структура, используемая в мощных электровакуумных приборах СВЧ (главным образом, в лампах бегущей волны — ЛБВ) для искусственного замедления электромагнитной волны до скорости движения электронного потока. </vt:lpstr>
      <vt:lpstr>Результаты Baseline-модели (XGBoost)</vt:lpstr>
      <vt:lpstr>Физический анализ важности признаков (Feature Importance)</vt:lpstr>
      <vt:lpstr>Презентация PowerPoint</vt:lpstr>
      <vt:lpstr>Аналитическое заключение и выводы (Executive Summary)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maindoroh@mail.ru</dc:creator>
  <cp:lastModifiedBy>maindoroh@mail.ru</cp:lastModifiedBy>
  <cp:revision>3</cp:revision>
  <dcterms:created xsi:type="dcterms:W3CDTF">2026-06-08T20:14:27Z</dcterms:created>
  <dcterms:modified xsi:type="dcterms:W3CDTF">2026-06-08T20:27:45Z</dcterms:modified>
</cp:coreProperties>
</file>